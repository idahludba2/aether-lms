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Examples</c:v>
                </c:pt>
              </c:strCache>
            </c:strRef>
          </c:tx>
          <c:spPr>
            <a:solidFill>
              <a:srgbClr val="28AF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invalid/office-link" TargetMode="External"/><Relationship Id="rId2" Type="http://schemas.openxmlformats.org/officeDocument/2006/relationships/image" Target="https://example.invalid/external-slide-image.p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lecture preview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114800" cy="3474720"/>
          </a:xfrm>
          <a:prstGeom prst="rect">
            <a:avLst/>
          </a:prstGeom>
          <a:solidFill>
            <a:srgbClr val="163D49"/>
          </a:solidFill>
          <a:ln w="12700">
            <a:solidFill>
              <a:srgbClr val="163D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</a:rPr>
              <a:t>Text, shapes and images</a:t>
            </a:r>
            <a:endParaRPr lang="en-US" sz="2500" dirty="0"/>
          </a:p>
        </p:txBody>
      </p:sp>
      <p:pic>
        <p:nvPicPr>
          <p:cNvPr id="5" name="Image 0" descr="Aether fixtu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45920"/>
            <a:ext cx="21945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3443"/>
                </a:solidFill>
              </a:rPr>
              <a:t>A local read-only PowerPoint view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Tables and charts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657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Topic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First example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Second example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846320" y="1188720"/>
          <a:ext cx="6126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Final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&lt;script&gt;window.officeInjected=true&lt;/script&gt;</a:t>
            </a:r>
            <a:endParaRPr lang="en-US" sz="18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External link stays inert</a:t>
            </a:r>
            <a:endParaRPr lang="en-US" sz="2000" dirty="0"/>
          </a:p>
        </p:txBody>
      </p:sp>
      <p:pic>
        <p:nvPicPr>
          <p:cNvPr id="5" name="Image 0" descr="Aether fixtu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3891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Local tests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Resource preview fixture</dc:title>
  <dc:subject>Fictional local preview validation</dc:subject>
  <dc:creator>Aether test fixtures</dc:creator>
  <cp:lastModifiedBy>Aether test fixtures</cp:lastModifiedBy>
  <cp:revision>1</cp:revision>
  <dcterms:created xsi:type="dcterms:W3CDTF">2026-10-22T19:01:38Z</dcterms:created>
  <dcterms:modified xsi:type="dcterms:W3CDTF">2026-10-22T19:01:38Z</dcterms:modified>
</cp:coreProperties>
</file>